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84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831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72A"/>
          </a:solidFill>
          <a:ln w="12700">
            <a:solidFill>
              <a:srgbClr val="123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96112"/>
            <a:ext cx="80467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Хөгжлийн бэрхшээлтэй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үйлчлүүлэгчтэй харилцах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13232" y="2487168"/>
            <a:ext cx="1371600" cy="0"/>
          </a:xfrm>
          <a:prstGeom prst="line">
            <a:avLst/>
          </a:prstGeom>
          <a:noFill/>
          <a:ln w="63500">
            <a:solidFill>
              <a:srgbClr val="1680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81635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F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 | тушаал, сайтын эх сурвалжтай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60167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Танилцуулах, мэдлэг олгох сургалтын материал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217152" y="1115568"/>
            <a:ext cx="2180844" cy="2180844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77552" y="1527505"/>
            <a:ext cx="1211580" cy="67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7635240" y="6016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Энэрэл-МАМОЦ эмнэлэг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8"/>
          </a:solidFill>
          <a:ln w="12700">
            <a:solidFill>
              <a:srgbClr val="F7FB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23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Сургалтын зорилго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1680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Ажилчдад хөгжлийн бэрхшээлтэй үйлчлүүлэгчтэй харилцах журмын үндсэн шаардлага, эрх зүйн үндэслэл, зөв харилцааны зарчмыг танилцуулна.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96112" y="1865376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144" y="1810512"/>
            <a:ext cx="9784080" cy="48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Хөгжлийн бэрхшээлтэй үйлчлүүлэгчийг таних, хэрэгцээг тодруулах ойлголт авах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96112" y="2441448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2144" y="2386584"/>
            <a:ext cx="9784080" cy="48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Хараа, сонсгол, хэл яриа, хөдөлгөөн, сэтгэц, хавсарсан бэрхшээлийн үед харилцах ерөнхий зарчмыг мэдэх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96112" y="3017520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144" y="2962656"/>
            <a:ext cx="9784080" cy="48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Харилцах аргыг үйлчлүүлэгчээр өөрөөр нь сонгуулах шаардлагыг ойлгох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96112" y="3593592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3538728"/>
            <a:ext cx="9784080" cy="48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Хүндэтгэлтэй харилцах, үл тоомсорлох/дооглох/өрөвдөж харилцахаас зайлсхийх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896112" y="4169664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144" y="4114800"/>
            <a:ext cx="9784080" cy="48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хэрэгжилт, ажилтны сургалт, баримтжуулалтын хяналтын ойлголт авах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сурвалж: ЭМЯ шалгуур PDF, Legalinfo: ХБХЭ тухай хууль, burtgel.gov.mn үйлчилгээний стандартын тушаал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8"/>
          </a:solidFill>
          <a:ln w="12700">
            <a:solidFill>
              <a:srgbClr val="F7FB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23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Албан эх сурвалж ба тушаал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1680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Сургалтын агуулгыг эмнэлгийн чанар, аюулгүй байдлын шалгуур, хууль, байгууллагын үйлчилгээний стандартын заалтуудтай уялдуулав.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6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ЭМЯ-ны шалгуур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2267712"/>
            <a:ext cx="2011680" cy="0"/>
          </a:xfrm>
          <a:prstGeom prst="line">
            <a:avLst/>
          </a:prstGeom>
          <a:noFill/>
          <a:ln w="27940">
            <a:solidFill>
              <a:srgbClr val="168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05456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450592"/>
            <a:ext cx="429768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Хөгжлийн бэрхшээлтэй үйлчлүүлэгчийг таних зохицуулалттай байх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914400" y="2980944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926080"/>
            <a:ext cx="429768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Тусламж, үйлчилгээ үзүүлэх үйл явц, аргыг тодорхойлж хэрэгжүүлэх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914400" y="3456432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401568"/>
            <a:ext cx="429768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Ажилтныг бэлтгэж, сургасан байх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6172200" y="18288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3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Хууль ба тушаал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72200" y="2267712"/>
            <a:ext cx="2011680" cy="0"/>
          </a:xfrm>
          <a:prstGeom prst="line">
            <a:avLst/>
          </a:prstGeom>
          <a:noFill/>
          <a:ln w="27940">
            <a:solidFill>
              <a:srgbClr val="1237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505456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2450592"/>
            <a:ext cx="438912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Хөгжлийн бэрхшээлээр ялгаварлан гадуурхахыг хориглоно</a:t>
            </a:r>
            <a:endParaRPr lang="en-US" sz="1430" dirty="0"/>
          </a:p>
        </p:txBody>
      </p:sp>
      <p:sp>
        <p:nvSpPr>
          <p:cNvPr id="18" name="Shape 16"/>
          <p:cNvSpPr/>
          <p:nvPr/>
        </p:nvSpPr>
        <p:spPr>
          <a:xfrm>
            <a:off x="6217920" y="2980944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2926080"/>
            <a:ext cx="438912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Хүртээмжтэй орчин, тохирох хэрэглэгдэхүүн бүхий үйлчилгээ шаардлагатай</a:t>
            </a:r>
            <a:endParaRPr lang="en-US" sz="1430" dirty="0"/>
          </a:p>
        </p:txBody>
      </p:sp>
      <p:sp>
        <p:nvSpPr>
          <p:cNvPr id="20" name="Shape 18"/>
          <p:cNvSpPr/>
          <p:nvPr/>
        </p:nvSpPr>
        <p:spPr>
          <a:xfrm>
            <a:off x="6217920" y="3456432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3401568"/>
            <a:ext cx="438912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Үйлчилгээний ажилтан хүндэтгэлтэй харилцах, дооглох/үл тоомсорлохыг хориглох заалттай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сурвалж: ЭМЯ шалгуур PDF, Legalinfo: ХБХЭ тухай хууль, burtgel.gov.mn үйлчилгээний стандартын тушаал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8"/>
          </a:solidFill>
          <a:ln w="12700">
            <a:solidFill>
              <a:srgbClr val="F7FB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23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хамрах хүрээ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1680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Эмнэлэгт үйлчлүүлэх явцад хөгжлийн бэрхшээлтэй үйлчлүүлэгчийг таних, мэдээлэл авах, мэдээлэл өгөх, тусламж үйлчилгээ үзүүлэх харилцаанд хэрэглэнэ.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68680" y="1837944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783080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Амбулатори, оношилгоо, шинжилгээ, хэвтэн эмчлүүлэх, бүртгэл мэдээлэл зэрэг бүх цэгт хамаарна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868680" y="2404872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350008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Харааны, сонсголын, хэл ярианы, хөдөлгөөний, сэтгэцийн болон хавсарсан бэрхшээлийг харгалзана</a:t>
            </a:r>
            <a:endParaRPr lang="en-US" sz="1580" dirty="0"/>
          </a:p>
        </p:txBody>
      </p:sp>
      <p:sp>
        <p:nvSpPr>
          <p:cNvPr id="10" name="Shape 8"/>
          <p:cNvSpPr/>
          <p:nvPr/>
        </p:nvSpPr>
        <p:spPr>
          <a:xfrm>
            <a:off x="868680" y="2971800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2916936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Үйлчлүүлэгчийн өөрийн сонгосон харилцааны аргыг хүндэтгэнэ</a:t>
            </a:r>
            <a:endParaRPr lang="en-US" sz="1580" dirty="0"/>
          </a:p>
        </p:txBody>
      </p:sp>
      <p:sp>
        <p:nvSpPr>
          <p:cNvPr id="12" name="Shape 10"/>
          <p:cNvSpPr/>
          <p:nvPr/>
        </p:nvSpPr>
        <p:spPr>
          <a:xfrm>
            <a:off x="868680" y="3538728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483864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Асран хамгаалагч, орчуулагч, туслах хэрэгсэл шаардлагатай эсэхийг тодруулна</a:t>
            </a:r>
            <a:endParaRPr lang="en-US" sz="1580" dirty="0"/>
          </a:p>
        </p:txBody>
      </p:sp>
      <p:sp>
        <p:nvSpPr>
          <p:cNvPr id="14" name="Shape 12"/>
          <p:cNvSpPr/>
          <p:nvPr/>
        </p:nvSpPr>
        <p:spPr>
          <a:xfrm>
            <a:off x="868680" y="4105656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4050792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Журам нь үйлчлүүлэгчийн нэр төр, нууцлал, аюулгүй байдлыг хамгаалах зорилготой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сурвалж: ЭМЯ шалгуур PDF, Legalinfo: ХБХЭ тухай хууль, burtgel.gov.mn үйлчилгээний стандартын тушаал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8"/>
          </a:solidFill>
          <a:ln w="12700">
            <a:solidFill>
              <a:srgbClr val="F7FB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23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Зөв харилцааны суурь зарчим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1680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Хөгжлийн бэрхшээлтэй хүнтэй харилцахдаа эхлээд хүнтэй нь харилцана, бэрхшээлтэй нь биш.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68680" y="1837944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783080"/>
            <a:ext cx="99669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Хүндэтгэлтэй, энгийн, ойлгомжтой үг хэрэглэнэ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868680" y="2432304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377440"/>
            <a:ext cx="99669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Үйлчлүүлэгчийн өмнөөс шийдэхээс өмнө “Танд яаж туслах вэ?” гэж асууна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868680" y="3026664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2971800"/>
            <a:ext cx="99669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Тусламж хэрэгтэй эсэх, ямар хэлбэрээр туслуулахыг өөрөөр нь сонгуулна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868680" y="3621024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566160"/>
            <a:ext cx="99669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Асран хамгаалагчтай ирсэн байсан ч боломжтой бол үйлчлүүлэгчтэй шууд харилцана</a:t>
            </a:r>
            <a:endParaRPr lang="en-US" sz="1620" dirty="0"/>
          </a:p>
        </p:txBody>
      </p:sp>
      <p:sp>
        <p:nvSpPr>
          <p:cNvPr id="14" name="Shape 12"/>
          <p:cNvSpPr/>
          <p:nvPr/>
        </p:nvSpPr>
        <p:spPr>
          <a:xfrm>
            <a:off x="868680" y="4215384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4160520"/>
            <a:ext cx="99669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Дооглох, үл тоомсорлох, өрөвдсөн өнгөөр харилцах, яаруулахыг хориглоно</a:t>
            </a:r>
            <a:endParaRPr lang="en-US" sz="162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сурвалж: ЭМЯ шалгуур PDF, Legalinfo: ХБХЭ тухай хууль, burtgel.gov.mn үйлчилгээний стандартын тушаал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8"/>
          </a:solidFill>
          <a:ln w="12700">
            <a:solidFill>
              <a:srgbClr val="F7FB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23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Харааны бэрхшээлтэй үйлчлүүлэгч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1680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Орчны мэдээлэл, хөдөлгөөн, баримт бичгийн мэдээллийг сонсох болон хүртээмжтэй хэлбэрээр өгөхөд анхаарна.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68680" y="1837944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783080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Өөрийгөө танилцуулж, ямар үйлчилгээ үзүүлэх гэж байгаагаа тайлбарлана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868680" y="2404872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350008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Заахдаа “тэнд”, “цаашаа” гэхээс илүү баруун/зүүн, алхам, хаалга, ширээ гэх мэт тодорхой чиглэл хэлнэ</a:t>
            </a:r>
            <a:endParaRPr lang="en-US" sz="1580" dirty="0"/>
          </a:p>
        </p:txBody>
      </p:sp>
      <p:sp>
        <p:nvSpPr>
          <p:cNvPr id="10" name="Shape 8"/>
          <p:cNvSpPr/>
          <p:nvPr/>
        </p:nvSpPr>
        <p:spPr>
          <a:xfrm>
            <a:off x="868680" y="2971800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2916936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Баримт бичиг, зөвшөөрөл, зааврыг уншиж өгч ойлгосныг баталгаажуулна</a:t>
            </a:r>
            <a:endParaRPr lang="en-US" sz="1580" dirty="0"/>
          </a:p>
        </p:txBody>
      </p:sp>
      <p:sp>
        <p:nvSpPr>
          <p:cNvPr id="12" name="Shape 10"/>
          <p:cNvSpPr/>
          <p:nvPr/>
        </p:nvSpPr>
        <p:spPr>
          <a:xfrm>
            <a:off x="868680" y="3538728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483864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Хөтлөх шаардлагатай бол гараас нь татахгүй, хэрхэн хөтлүүлэхийг өөрөөс нь асууна</a:t>
            </a:r>
            <a:endParaRPr lang="en-US" sz="1580" dirty="0"/>
          </a:p>
        </p:txBody>
      </p:sp>
      <p:sp>
        <p:nvSpPr>
          <p:cNvPr id="14" name="Shape 12"/>
          <p:cNvSpPr/>
          <p:nvPr/>
        </p:nvSpPr>
        <p:spPr>
          <a:xfrm>
            <a:off x="868680" y="4105656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4050792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Эд зүйл, таяг, туслах хэрэгслийг зөвшөөрөлгүй хөдөлгөхгүй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сурвалж: ЭМЯ шалгуур PDF, Legalinfo: ХБХЭ тухай хууль, burtgel.gov.mn үйлчилгээний стандартын тушаал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8"/>
          </a:solidFill>
          <a:ln w="12700">
            <a:solidFill>
              <a:srgbClr val="F7FB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23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Сонсголын болон хэл ярианы бэрхшээлтэй үйлчлүүлэгч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1680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Мэдээлэл солилцох аргыг үйлчлүүлэгчээр сонгуулж, бичгээр, дохиогоор, удаан тод хэлэх хэлбэрээр дэмжинэ.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68680" y="1837944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783080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Нүүрээ харуулж, тайван, тод ярьж, амны хөдөлгөөнөө халхлахгүй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868680" y="2404872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350008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Хашхирахгүй; шаардлагатай бол бичгээр, зураг/дохио, утасны тэмдэглэлээр харилцана</a:t>
            </a:r>
            <a:endParaRPr lang="en-US" sz="1580" dirty="0"/>
          </a:p>
        </p:txBody>
      </p:sp>
      <p:sp>
        <p:nvSpPr>
          <p:cNvPr id="10" name="Shape 8"/>
          <p:cNvSpPr/>
          <p:nvPr/>
        </p:nvSpPr>
        <p:spPr>
          <a:xfrm>
            <a:off x="868680" y="2971800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2916936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Дохионы хэлний орчуулагч хэрэгтэй эсэхийг тодруулна</a:t>
            </a:r>
            <a:endParaRPr lang="en-US" sz="1580" dirty="0"/>
          </a:p>
        </p:txBody>
      </p:sp>
      <p:sp>
        <p:nvSpPr>
          <p:cNvPr id="12" name="Shape 10"/>
          <p:cNvSpPr/>
          <p:nvPr/>
        </p:nvSpPr>
        <p:spPr>
          <a:xfrm>
            <a:off x="868680" y="3538728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483864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Эмнэлгийн чухал мэдээлэл, оношилгоо, шинжилгээний зааврыг ойлгосныг буцаан баталгаажуулна</a:t>
            </a:r>
            <a:endParaRPr lang="en-US" sz="1580" dirty="0"/>
          </a:p>
        </p:txBody>
      </p:sp>
      <p:sp>
        <p:nvSpPr>
          <p:cNvPr id="14" name="Shape 12"/>
          <p:cNvSpPr/>
          <p:nvPr/>
        </p:nvSpPr>
        <p:spPr>
          <a:xfrm>
            <a:off x="868680" y="4105656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4050792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Хэл ярианы бэрхшээлтэй хүнийг таслахгүй, хариулах хугацаа өгнө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сурвалж: ЭМЯ шалгуур PDF, Legalinfo: ХБХЭ тухай хууль, burtgel.gov.mn үйлчилгээний стандартын тушаал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8"/>
          </a:solidFill>
          <a:ln w="12700">
            <a:solidFill>
              <a:srgbClr val="F7FB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23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Хөдөлгөөний бэрхшээлтэй үйлчлүүлэгч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1680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Орчин, шилжилт хөдөлгөөн, суудал, тэргэнцэр, туслах хэрэгсэл нь тусламж үйлчилгээ авах боломжийг тодорхойлно.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68680" y="1837944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783080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Хүртээмжтэй орц, зам, ширээ, сандал, тэргэнцэр, ариун цэврийн өрөөний нөхцөлийг анхаарна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868680" y="2404872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350008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Тэргэнцэр, таяг, алхагч зэрэг туслах хэрэгслийг зөвшөөрөлгүй хөдөлгөхгүй</a:t>
            </a:r>
            <a:endParaRPr lang="en-US" sz="1580" dirty="0"/>
          </a:p>
        </p:txBody>
      </p:sp>
      <p:sp>
        <p:nvSpPr>
          <p:cNvPr id="10" name="Shape 8"/>
          <p:cNvSpPr/>
          <p:nvPr/>
        </p:nvSpPr>
        <p:spPr>
          <a:xfrm>
            <a:off x="868680" y="2971800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2916936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Шилжүүлэх, босгох, суулгах үед тусламж хэрэгтэй эсэх, хэрхэн туслуулахыг асууна</a:t>
            </a:r>
            <a:endParaRPr lang="en-US" sz="1580" dirty="0"/>
          </a:p>
        </p:txBody>
      </p:sp>
      <p:sp>
        <p:nvSpPr>
          <p:cNvPr id="12" name="Shape 10"/>
          <p:cNvSpPr/>
          <p:nvPr/>
        </p:nvSpPr>
        <p:spPr>
          <a:xfrm>
            <a:off x="868680" y="3538728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483864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Дараалал, хүлээлгийн нөхцөл, суух боломжийг зохицуулна</a:t>
            </a:r>
            <a:endParaRPr lang="en-US" sz="1580" dirty="0"/>
          </a:p>
        </p:txBody>
      </p:sp>
      <p:sp>
        <p:nvSpPr>
          <p:cNvPr id="14" name="Shape 12"/>
          <p:cNvSpPr/>
          <p:nvPr/>
        </p:nvSpPr>
        <p:spPr>
          <a:xfrm>
            <a:off x="868680" y="4105656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4050792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Яаралтай хөдөлгөхөөс өмнө аюулгүй байдал, өвдөлт, дэмжлэгийн хэрэгцээг тодруулна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сурвалж: ЭМЯ шалгуур PDF, Legalinfo: ХБХЭ тухай хууль, burtgel.gov.mn үйлчилгээний стандартын тушаал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8"/>
          </a:solidFill>
          <a:ln w="12700">
            <a:solidFill>
              <a:srgbClr val="F7FB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23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Сэтгэцийн болон танин мэдэхүйн онцлогтой үйлчлүүлэгч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1680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Мэдээллийг богино, тайван, давтамжтай өгч, айдас, бухимдлыг нэмэгдүүлэхгүй байх нь чухал.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68680" y="1837944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783080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Энгийн үг, богино өгүүлбэрээр тайлбарлаж, нэг дор олон заавар өгөхөөс зайлсхийх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868680" y="2404872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350008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Дуу чимээ, олон хүн, яарал, хурц хандлагаас үүдэх стрессийг багасгах</a:t>
            </a:r>
            <a:endParaRPr lang="en-US" sz="1580" dirty="0"/>
          </a:p>
        </p:txBody>
      </p:sp>
      <p:sp>
        <p:nvSpPr>
          <p:cNvPr id="10" name="Shape 8"/>
          <p:cNvSpPr/>
          <p:nvPr/>
        </p:nvSpPr>
        <p:spPr>
          <a:xfrm>
            <a:off x="868680" y="2971800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2916936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Ойлгосон эсэхийг асуултаар биш, тайван буцаан баталгаажуулах аргаар шалгах</a:t>
            </a:r>
            <a:endParaRPr lang="en-US" sz="1580" dirty="0"/>
          </a:p>
        </p:txBody>
      </p:sp>
      <p:sp>
        <p:nvSpPr>
          <p:cNvPr id="12" name="Shape 10"/>
          <p:cNvSpPr/>
          <p:nvPr/>
        </p:nvSpPr>
        <p:spPr>
          <a:xfrm>
            <a:off x="868680" y="3538728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483864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Асран хамгаалагчийн оролцоо шаардлагатай эсэхийг тодруулах</a:t>
            </a:r>
            <a:endParaRPr lang="en-US" sz="1580" dirty="0"/>
          </a:p>
        </p:txBody>
      </p:sp>
      <p:sp>
        <p:nvSpPr>
          <p:cNvPr id="14" name="Shape 12"/>
          <p:cNvSpPr/>
          <p:nvPr/>
        </p:nvSpPr>
        <p:spPr>
          <a:xfrm>
            <a:off x="868680" y="4105656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4050792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Хүндэтгэл, нууцлал, аюулгүй байдлыг бусад үйлчлүүлэгчтэй адил түвшинд хангах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сурвалж: ЭМЯ шалгуур PDF, Legalinfo: ХБХЭ тухай хууль, burtgel.gov.mn үйлчилгээний стандартын тушаал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8"/>
          </a:solidFill>
          <a:ln w="12700">
            <a:solidFill>
              <a:srgbClr val="F7FB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23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Үйлчилгээний ажилтны хориглох үйлдэл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1680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Үйлчилгээний стандартын тушаалд хөгжлийн бэрхшээлтэй иргэдтэй харилцахдаа доромжлох, дооглох, үл тоомсорлох, өрөвдөж харилцахыг хориглосон агуулга туссан.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68680" y="1837944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783080"/>
            <a:ext cx="99669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Үйлчлүүлэгчийг үл тоомсорлох, яриаг нь сонсохгүй өнгөрөх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868680" y="2432304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377440"/>
            <a:ext cx="99669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Дооглох, шоглох, бусдын өмнө эвгүй байдалд оруулах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868680" y="3026664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2971800"/>
            <a:ext cx="99669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Өрөвдөж, хүүхэд шиг, чадваргүй мэт өнгөөр харилцах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868680" y="3621024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566160"/>
            <a:ext cx="99669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Асран хамгаалагчтай нь л ярьж, үйлчлүүлэгчийг өөрийг нь орхигдуулах</a:t>
            </a:r>
            <a:endParaRPr lang="en-US" sz="1620" dirty="0"/>
          </a:p>
        </p:txBody>
      </p:sp>
      <p:sp>
        <p:nvSpPr>
          <p:cNvPr id="14" name="Shape 12"/>
          <p:cNvSpPr/>
          <p:nvPr/>
        </p:nvSpPr>
        <p:spPr>
          <a:xfrm>
            <a:off x="868680" y="4215384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4160520"/>
            <a:ext cx="99669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Тусламжийн хэрэгсэл, хувийн орон зайд зөвшөөрөлгүй хүрэх</a:t>
            </a:r>
            <a:endParaRPr lang="en-US" sz="162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сурвалж: ЭМЯ шалгуур PDF, Legalinfo: ХБХЭ тухай хууль, burtgel.gov.mn үйлчилгээний стандартын тушаал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8"/>
          </a:solidFill>
          <a:ln w="12700">
            <a:solidFill>
              <a:srgbClr val="F7FB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50" b="1" dirty="0">
                <a:solidFill>
                  <a:srgbClr val="123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Баримтжуулалт ба хэрэгжилтийн хяналт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1680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 нь байгууллагад бодитоор хэрэгжиж байгааг нотлох баримттай байх ёстой.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68680" y="1837944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783080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Хөгжлийн бэрхшээлтэй үйлчлүүлэгчийг таних, тусламж үйлчилгээ үзүүлэх үйл явцыг журамд тусгасан байх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68680" y="2404872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350008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Харилцааны аргыг тодорхойлсон, ашигладаг, үйлчлүүлэгчээр өөрөөр нь сонгуулдаг байх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68680" y="2971800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2916936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Харааны, сонсголын, хэл ярианы бэрхшээлтэй үйлчлүүлэгчтэй харилцах ажилтанг бэлтгэсэн байх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68680" y="3538728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483864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Ажилтнуудад сургалт хийсэн бүртгэл, танилцуулсан тэмдэглэлтэй байх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68680" y="4105656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4050792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Үйлчлүүлэгчээс нэмэлт тусламж хэрэгтэй эсэхийг асууж хэвших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сурвалж: ЭМЯ шалгуур PDF, Legalinfo: ХБХЭ тухай хууль, burtgel.gov.mn үйлчилгээний стандартын тушаал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72A"/>
          </a:solidFill>
          <a:ln w="12700">
            <a:solidFill>
              <a:srgbClr val="123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5836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сургалтын гол санаа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13232" y="1371600"/>
            <a:ext cx="1143000" cy="0"/>
          </a:xfrm>
          <a:prstGeom prst="line">
            <a:avLst/>
          </a:prstGeom>
          <a:noFill/>
          <a:ln w="63500">
            <a:solidFill>
              <a:srgbClr val="168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9384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4712" y="1874520"/>
            <a:ext cx="9326880" cy="522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Үйлчлүүлэгчийн хөгжлийн бэрхшээлийг биш, хүнийг нь хүндэтгэж харилцана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2551176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2496312"/>
            <a:ext cx="9326880" cy="522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Ямар тусламж, ямар харилцааны арга хэрэгтэйг өөрөөс нь асууна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3172968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3118104"/>
            <a:ext cx="9326880" cy="522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Хараа, сонсгол, хэл яриа, хөдөлгөөн, сэтгэц, хавсарсан онцлог бүрт тохирсон арга хэрэглэнэ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8680" y="3794760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3739896"/>
            <a:ext cx="9326880" cy="522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Дооглох, үл тоомсорлох, өрөвдөж харилцах, зөвшөөрөлгүй хүрэхийг хориглоно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8680" y="4416552"/>
            <a:ext cx="128016" cy="128016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4361688"/>
            <a:ext cx="9326880" cy="522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Журам, сургалт, хяналт, баримтжуулалт нь хүртээмжтэй тусламжийн баталгаа болно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921240" y="1664208"/>
            <a:ext cx="1275588" cy="1275588"/>
          </a:xfrm>
          <a:prstGeom prst="ellipse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90531" y="1905152"/>
            <a:ext cx="70866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868680" y="580644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DF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Хүртээмжтэй харилцаа бол чанартай тусламжийн эхний алхам.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64240" y="623620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н загвар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1063</Words>
  <Application>Microsoft Office PowerPoint</Application>
  <PresentationFormat>Өргөн дэлгэц</PresentationFormat>
  <Paragraphs>120</Paragraphs>
  <Slides>12</Slides>
  <Notes>12</Notes>
  <HiddenSlides>0</HiddenSlides>
  <MMClips>0</MMClips>
  <ScaleCrop>false</ScaleCrop>
  <HeadingPairs>
    <vt:vector size="6" baseType="variant">
      <vt:variant>
        <vt:lpstr>Ашигласан үсгийн хэв</vt:lpstr>
      </vt:variant>
      <vt:variant>
        <vt:i4>1</vt:i4>
      </vt:variant>
      <vt:variant>
        <vt:lpstr>Загвар</vt:lpstr>
      </vt:variant>
      <vt:variant>
        <vt:i4>1</vt:i4>
      </vt:variant>
      <vt:variant>
        <vt:lpstr>Үзүүлэнгийн гарчгууд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илтгэл</vt:lpstr>
      <vt:lpstr>PowerPoint илтгэл</vt:lpstr>
      <vt:lpstr>PowerPoint илтгэл</vt:lpstr>
      <vt:lpstr>PowerPoint илтгэл</vt:lpstr>
      <vt:lpstr>PowerPoint илтгэл</vt:lpstr>
      <vt:lpstr>PowerPoint илтгэл</vt:lpstr>
      <vt:lpstr>PowerPoint илтгэл</vt:lpstr>
      <vt:lpstr>PowerPoint илтгэл</vt:lpstr>
      <vt:lpstr>PowerPoint илтгэл</vt:lpstr>
      <vt:lpstr>PowerPoint илтгэл</vt:lpstr>
      <vt:lpstr>PowerPoint илтгэл</vt:lpstr>
      <vt:lpstr>PowerPoint илтгэл</vt:lpstr>
    </vt:vector>
  </TitlesOfParts>
  <Company>Энэрэл-МАМОЦ эмнэлэг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Хөгжлийн бэрхшээлтэй үйлчлүүлэгчтэй харилцах</dc:title>
  <dc:subject>Хөгжлийн бэрхшээлтэй үйлчлүүлэгчтэй харилцах журмын сургалт</dc:subject>
  <dc:creator>Codex</dc:creator>
  <cp:lastModifiedBy>enerelmamotsdoc@gmail.com</cp:lastModifiedBy>
  <cp:revision>1</cp:revision>
  <dcterms:created xsi:type="dcterms:W3CDTF">2026-05-07T04:45:20Z</dcterms:created>
  <dcterms:modified xsi:type="dcterms:W3CDTF">2026-05-07T04:50:19Z</dcterms:modified>
</cp:coreProperties>
</file>